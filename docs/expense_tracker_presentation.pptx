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30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💰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5B5BD6"/>
                </a:solidFill>
              </a:rPr>
              <a:t>Expense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Tracker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892A4"/>
                </a:solidFill>
              </a:rPr>
              <a:t>Android &amp; Desktop Expense Management Application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4572000" cy="2743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3246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Najm Yaslam   ·   Ibrahim Aldolaaee   ·   Khalid Alghanemi   ·   Ahmed Alhashedi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D6"/>
                </a:solidFill>
              </a:rPr>
              <a:t>Software Project Management  · 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The Problem &amp; 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418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Why this app exists and what it delivers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931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No centralised way to track personal spending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Manual records are error-prone and hard to review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No budget alerts — users overspend without knowing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No role separation — anyone can see everything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No secure login or user account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4343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4343400" cy="384048"/>
          </a:xfrm>
          <a:prstGeom prst="rect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3716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1847088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Python + Kivy app for Android and desktop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MySQL database — real relational storage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Per-category monthly budget limits with alerts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Role-based access: User vs Admin roles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Secure login with PBKDF2 hashing &amp; lockout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 USERS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Who Uses the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Two roles with distinct capabilities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160520" cy="502920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👤  Regular User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Registers and logs in securely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Adds, edits, and deletes expenses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Filters expenses by category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Sets monthly budget limits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Views dashboard with totals &amp; charts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Exports expenses to CSV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Changes their own password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1605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👑  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Everything a regular user can do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Views ALL users' expenses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Creates and deletes user accounts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Promotes users to admin role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Unlocks locked accounts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Views full audit log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1B4B"/>
                </a:solidFill>
              </a:rPr>
              <a:t>Sees global spending statistics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WHO WE 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The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Four developers, one shared vision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3252" y="1508760"/>
            <a:ext cx="768096" cy="7680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3252" y="1508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</a:rPr>
              <a:t>Najm Yaslam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Team Leader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31546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Architecture · Database · Coordination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32588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67812" y="1508760"/>
            <a:ext cx="768096" cy="768096"/>
          </a:xfrm>
          <a:prstGeom prst="ellipse">
            <a:avLst/>
          </a:prstGeom>
          <a:solidFill>
            <a:srgbClr val="F7487A"/>
          </a:solidFill>
          <a:ln w="12700">
            <a:solidFill>
              <a:srgbClr val="F74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67812" y="1508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</a:rPr>
              <a:t>Ibrahim Aldolaaee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278892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F7487A"/>
          </a:solidFill>
          <a:ln w="12700">
            <a:solidFill>
              <a:srgbClr val="F74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97480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 Dev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31546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Logic layer · Auth · Security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62372" y="1508760"/>
            <a:ext cx="768096" cy="768096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62372" y="1508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KA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</a:rPr>
              <a:t>Khalid Alghanemi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78892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/ UI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31546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Kivy screens · Theme · UX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132588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56932" y="1508760"/>
            <a:ext cx="768096" cy="7680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56932" y="1508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49440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</a:rPr>
              <a:t>Ahmed Alhashedi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278892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86600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DevOps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31152" y="31546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Test suite · CI/CD · Documentation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 PHASES ·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Project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7031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Development milestones from MVP to release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34290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Deliverables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</a:rPr>
                        <a:t>Core MVP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SQLite schema, 5 Kivy screens, NavBar, budgets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</a:rPr>
                        <a:t>Full team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</a:rPr>
                        <a:t>Auth &amp; Roles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Login/Register, PBKDF2 hashing, RBAC, Admin Panel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</a:rPr>
                        <a:t>Full team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</a:rPr>
                        <a:t>Security Hardening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Brute-force lockout, audit log, MySQL, DB indexes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</a:rPr>
                        <a:t>Full team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</a:rPr>
                        <a:t>Data Management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CSV export, colourful UI theme, Settings screen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</a:rPr>
                        <a:t>Full team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</a:rPr>
                        <a:t>Polish &amp; Release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Full test suite, CI/CD pipeline, documentation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</a:rPr>
                        <a:t>Full team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7487A"/>
          </a:solidFill>
          <a:ln w="12700">
            <a:solidFill>
              <a:srgbClr val="F74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WE BUILT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By the Numbers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8553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Measured directly from the project repository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011680" cy="7315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1790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B5BD6"/>
                </a:solidFill>
              </a:rPr>
              <a:t>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Python source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04872" y="1353312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04872" y="1353312"/>
            <a:ext cx="2011680" cy="73152"/>
          </a:xfrm>
          <a:prstGeom prst="rect">
            <a:avLst/>
          </a:prstGeom>
          <a:solidFill>
            <a:srgbClr val="F7487A"/>
          </a:solidFill>
          <a:ln w="12700">
            <a:solidFill>
              <a:srgbClr val="F74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04872" y="151790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487A"/>
                </a:solidFill>
              </a:rPr>
              <a:t>2,000+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04872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Lines of Python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35424" y="1353312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35424" y="1353312"/>
            <a:ext cx="2011680" cy="73152"/>
          </a:xfrm>
          <a:prstGeom prst="rect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35424" y="151790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884"/>
                </a:solidFill>
              </a:rPr>
              <a:t>8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35424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Expense categories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65976" y="1353312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65976" y="1353312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65976" y="151790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665976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Database 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011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044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</a:rPr>
              <a:t>60+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27432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Automated tests passing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04872" y="28803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04872" y="2880360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04872" y="3044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</a:rPr>
              <a:t>2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2404872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User roles (User &amp; Admin)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35424" y="28803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35424" y="2880360"/>
            <a:ext cx="20116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35424" y="3044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</a:rPr>
              <a:t>5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4535424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Kivy screens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65976" y="28803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65976" y="2880360"/>
            <a:ext cx="2011680" cy="73152"/>
          </a:xfrm>
          <a:prstGeom prst="rect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65976" y="3044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884"/>
                </a:solidFill>
              </a:rPr>
              <a:t>100%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6665976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Tests passing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HOW IT IS BUILT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42719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Languages, frameworks, and tools used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91440" cy="786384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BD6"/>
                </a:solidFill>
              </a:rPr>
              <a:t>📱  Application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Cross-platform: runs on Android and Windows/Linux desktop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435608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</a:rPr>
              <a:t>Python 3.11  ·  Kivy 2.3  ·  Role-based screens  ·  FontAwesome icons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91440" cy="7863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⚙️  Business Logic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Fully separated from UI — testable without Kivy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</a:rPr>
              <a:t>logic.py  ·  PBKDF2-SHA256 auth  ·  RBAC  ·  CSV export  ·  Brute-force lockout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91440" cy="786384"/>
          </a:xfrm>
          <a:prstGeom prst="rect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84"/>
                </a:solidFill>
              </a:rPr>
              <a:t>🗄️  Database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11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Parameterised queries throughout — SQL injection impossible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322783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</a:rPr>
              <a:t>MySQL 8  ·  mysql-connector-python  ·  6 tables  ·  InnoDB FK constraints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86784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91440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0325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🔧  Tooling &amp; 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4074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Automated test + lint + security scan on every push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4123944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</a:rPr>
              <a:t>GitHub  ·  GitHub Actions CI/CD  ·  pytest 60+ tests  ·  PlantUML diagrams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CORE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Expense Tracking in 4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7931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From login to insights — simple and secure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20848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749808" cy="749808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2377440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1B4B"/>
                </a:solidFill>
              </a:rPr>
              <a:t>Login / Register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Secure login with PBKDF2 hashing. New users register in seconds. Admins are seeded automatically on first run.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0864" y="2560320"/>
            <a:ext cx="128016" cy="0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20848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27248" y="1463040"/>
            <a:ext cx="749808" cy="749808"/>
          </a:xfrm>
          <a:prstGeom prst="ellipse">
            <a:avLst/>
          </a:prstGeom>
          <a:solidFill>
            <a:srgbClr val="F7487A"/>
          </a:solidFill>
          <a:ln w="12700">
            <a:solidFill>
              <a:srgbClr val="F74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27248" y="14630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1B4B"/>
                </a:solidFill>
              </a:rPr>
              <a:t>Add an Expense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78608" y="2907792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Title, amount, category, date, and optional note. Input is sanitised and validated before writing to MySQL.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53712" y="2560320"/>
            <a:ext cx="128016" cy="0"/>
          </a:xfrm>
          <a:prstGeom prst="line">
            <a:avLst/>
          </a:prstGeom>
          <a:noFill/>
          <a:ln w="25400">
            <a:solidFill>
              <a:srgbClr val="F74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81728" y="1325880"/>
            <a:ext cx="20848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0096" y="1463040"/>
            <a:ext cx="749808" cy="7498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40096" y="14630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73168" y="2377440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1B4B"/>
                </a:solidFill>
              </a:rPr>
              <a:t>Track &amp; Budget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907792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Dashboard shows monthly total, per-category bars, and budget progress. Red bar = over budget alert.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2560320"/>
            <a:ext cx="128016" cy="0"/>
          </a:xfrm>
          <a:prstGeom prst="line">
            <a:avLst/>
          </a:prstGeom>
          <a:noFill/>
          <a:ln w="254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94576" y="1325880"/>
            <a:ext cx="20848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52944" y="1463040"/>
            <a:ext cx="749808" cy="7498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52944" y="14630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86016" y="2377440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1B4B"/>
                </a:solidFill>
              </a:rPr>
              <a:t>Analyse &amp;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04304" y="2907792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Stats screen shows daily breakdown and category charts. Export all data to CSV with one tap in Settings.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6405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User Experience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36767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Login · Dashboard · All Expenses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5272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43584"/>
            <a:ext cx="2124037" cy="34930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Login — secure sign in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25272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20700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0" y="1243584"/>
            <a:ext cx="2124037" cy="34930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Dashboard — totals &amp; budgets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7920" y="125272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72200" y="120700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243584"/>
            <a:ext cx="2124037" cy="34930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Expenses — full list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7487A"/>
          </a:solidFill>
          <a:ln w="12700">
            <a:solidFill>
              <a:srgbClr val="F74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96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User Experience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37631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Add Expense · Statistics · Settings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5272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43584"/>
            <a:ext cx="2124037" cy="34930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Add Expense — quick entry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25272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20700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0" y="1243584"/>
            <a:ext cx="2124037" cy="34930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— monthly charts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7920" y="125272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72200" y="1207008"/>
            <a:ext cx="2215477" cy="356616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243584"/>
            <a:ext cx="2124037" cy="34930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Settings — budget limits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672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Administrator Experience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14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Exclusive screens only admins can access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272284" cy="3657600"/>
          </a:xfrm>
          <a:prstGeom prst="roundRect">
            <a:avLst>
              <a:gd name="adj" fmla="val 7243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272284" cy="3657600"/>
          </a:xfrm>
          <a:prstGeom prst="roundRect">
            <a:avLst>
              <a:gd name="adj" fmla="val 724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79576"/>
            <a:ext cx="2180844" cy="35844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1188720"/>
            <a:ext cx="2272284" cy="3657600"/>
          </a:xfrm>
          <a:prstGeom prst="roundRect">
            <a:avLst>
              <a:gd name="adj" fmla="val 7243"/>
            </a:avLst>
          </a:prstGeom>
          <a:solidFill>
            <a:srgbClr val="C7C7C7">
              <a:alpha val="40000"/>
            </a:srgbClr>
          </a:solidFill>
          <a:ln w="12700">
            <a:solidFill>
              <a:srgbClr val="C7C7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2272284" cy="3657600"/>
          </a:xfrm>
          <a:prstGeom prst="roundRect">
            <a:avLst>
              <a:gd name="adj" fmla="val 724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179576"/>
            <a:ext cx="2180844" cy="3584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</a:rPr>
              <a:t>Admin Dashboard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5056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Total users, all spending, category breakdown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66344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</a:rPr>
              <a:t>Admin Panel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5056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Manage users, roles, unlock accounts, audit log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SIX CONTROLS IN PLACE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00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Security in Depth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97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Every layer is protected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3192" y="1481328"/>
            <a:ext cx="420624" cy="420624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481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481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BD6"/>
                </a:solidFill>
              </a:rPr>
              <a:t>Password Hashing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PBKDF2-HMAC-SHA256, 260,000 iterations, random 16-byte salt per password. Never stored in plain text.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481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481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Brute-Force Lockout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385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5 failed logins → account locked for 30 minutes. Remaining attempts shown. Admin can unlock manually.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1298448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81928" y="1481328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81928" y="1481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84848" y="1481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Role-Based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19385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Every admin function checks is_admin() first. Users see only their own data via _uid() scoping.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83464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3192" y="3017520"/>
            <a:ext cx="420624" cy="420624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3017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84"/>
                </a:solidFill>
              </a:rPr>
              <a:t>SQL Injection Block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All queries use %s parameterised statements. User input is also sanitised via sanitise() before DB write.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37560" y="3017520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37560" y="3017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Ownership Checks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347472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update_expense() and delete_expense() verify ownership. Users cannot modify another user's records.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283464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81928" y="30175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81928" y="3017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84848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Audit Log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54496" y="347472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Every admin action is recorded: LOGIN, LOCKOUT, CHANGE_ROLE, DELETE_USER, EXPORT_CSV, and more.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IDENTIFIED &amp; MITIGATED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6620" y="5052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Risk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38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Risks identified, assessed, and resolved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347472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</a:rPr>
                        <a:t>Weak Password Storage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PBKDF2-SHA256 hashing with 260k iterations + unique salt. Password never stored in plain text (logic.py lines 40–55).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</a:rPr>
                        <a:t>SQL Injection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All queries use parameterised %s placeholders. sanitise() strips control characters from all inputs (database.py).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</a:rPr>
                        <a:t>Privilege Escalation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is_admin() guard on every admin function. Last-admin protection prevents the system losing all admin access.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</a:rPr>
                        <a:t>Brute-Force Attacks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Lockout after 5 failures within 30 min. login_attempts table tracks failures. Auto-unlock on expiry.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</a:rPr>
                        <a:t>No Data Backup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CSV export feature (logic.py lines 350–384). One-tap export from Settings. Audit-logged every time.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</a:rPr>
                        <a:t>Unencrypted Database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Migrated from SQLite to MySQL. Data in managed directory. SQLCipher planned for production deployment.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OUR PROMISES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1188" y="566929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Success Criteria — Achieved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0332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Every goal we set for this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" y="1399032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399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Register, login, and logout work correctly — session persists in memory for app lifetime.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" y="1755648"/>
            <a:ext cx="854964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" y="1847088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77393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Expenses are added, edited, and deleted. All data validates before MySQL write.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2203704"/>
            <a:ext cx="854964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2608" y="2295144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22199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Budget limits trigger visible over-budget alerts on the dashboard.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651760"/>
            <a:ext cx="854964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2743200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670048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Regular users see only their own data. Admins see all — enforced at SQL level via user_id scoping.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3099816"/>
            <a:ext cx="854964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3191256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" y="3191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118104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Role permissions enforced by is_admin() on every admin function — GUI cannot bypass 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" y="3547872"/>
            <a:ext cx="854964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2608" y="3639312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2608" y="3639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56616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Password hashing is secure (PBKDF2, 260k iterations). Brute-force lockout protects all accounts.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" y="3995928"/>
            <a:ext cx="854964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2608" y="4087368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2608" y="4087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01421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CSV export produces a correct, downloadable file with all expense data.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2608" y="4443984"/>
            <a:ext cx="854964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2608" y="4535424"/>
            <a:ext cx="292608" cy="292608"/>
          </a:xfrm>
          <a:prstGeom prst="ellipse">
            <a:avLst/>
          </a:prstGeom>
          <a:solidFill>
            <a:srgbClr val="00B884"/>
          </a:solidFill>
          <a:ln w="12700">
            <a:solidFill>
              <a:srgbClr val="00B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2608" y="4535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446227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60+ pytest tests pass. GitHub Actions CI runs on every push.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IS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920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</a:rPr>
              <a:t>Future Plans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88337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Enhancements planned for the next version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08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5BD6"/>
                </a:solidFill>
              </a:rPr>
              <a:t>SQLCipher Encryption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Full AES-256 database encryption at rest for production Android deployment.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98448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408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487A"/>
                </a:solidFill>
              </a:rPr>
              <a:t>Email Notifications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224028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Over-budget alerts and monthly summaries delivered via SMTP to the user's registered email.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44768" y="1298448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44768" y="1408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36208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84"/>
                </a:solidFill>
              </a:rPr>
              <a:t>Android APK Release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224028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Buildozer packaging for Google Play distribution with proper signing and permissions.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83464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944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Multi-Currency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7764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Currency selector in Settings — amounts stored in base currency and converted on display.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83464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0" y="2944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9184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Advanced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37764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Year-over-year comparisons, spending trends, and predictive budget recommendations.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44768" y="283464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44768" y="2944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Dark / Light Theme Toggle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37764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User-selectable theme stored in preferences and applied across all screens instantly.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A4"/>
                </a:solidFill>
              </a:rPr>
              <a:t>Expense Tracker — Project Presentation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4850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4"/>
                </a:solidFill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A4"/>
                </a:solidFill>
              </a:rPr>
              <a:t>We welcome your questions.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2487168"/>
            <a:ext cx="4572000" cy="2743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70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Najm Yaslam   ·   Ibrahim Aldolaaee   ·   Khalid Alghanemi   ·   Ahmed Alhashedi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D6"/>
                </a:solidFill>
              </a:rPr>
              <a:t>Expense Tracker  ·  Python + Kivy + MySQL  ·  Software Project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🔗  github.com/iTxAspect/Expense-Tracker-Project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1437</Words>
  <Application>Microsoft Office PowerPoint</Application>
  <PresentationFormat>On-screen Show (16:9)</PresentationFormat>
  <Paragraphs>295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 — Project Presentation</dc:title>
  <dc:subject>Software Project Management</dc:subject>
  <dc:creator>Najm Yaslam</dc:creator>
  <cp:lastModifiedBy>IBRAHIM ZEYAD TAREQ AL-DOLAAEE</cp:lastModifiedBy>
  <cp:revision>2</cp:revision>
  <dcterms:created xsi:type="dcterms:W3CDTF">2026-05-15T23:38:58Z</dcterms:created>
  <dcterms:modified xsi:type="dcterms:W3CDTF">2026-05-15T23:43:10Z</dcterms:modified>
</cp:coreProperties>
</file>